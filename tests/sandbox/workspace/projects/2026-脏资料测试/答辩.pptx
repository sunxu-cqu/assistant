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毕业设计答辩：基于知识图谱的课程推荐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构建 3200 个实体、1.8 万条关系的课程知识图谱</a:t>
            </a:r>
          </a:p>
          <a:p>
            <a:r>
              <a:t>推荐准确率从 61.2% 提升到 74.5%</a:t>
            </a:r>
          </a:p>
          <a:p>
            <a:r>
              <a:t>冷启动用户覆盖率提升 23 个百分点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Neo4j, Python, PyTorch, TransE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